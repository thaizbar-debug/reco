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Nota: incluye 2 estacionamientos.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Casa de playa en Punta Hermosa</a:t>
            </a:r>
          </a:p>
          <a:p>
            <a:r>
              <a:t>Venta · US$ 420,000 · Terreno 400 m2 · Techada 280 m2 · 5 dorm · 4 baños · Pet friendly</a:t>
            </a:r>
          </a:p>
        </p:txBody>
      </p:sp>
      <p:pic>
        <p:nvPicPr>
          <p:cNvPr id="3" name="Picture 2" descr="play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74320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62179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Of. en San Isidro - Alq.</a:t>
            </a:r>
          </a:p>
          <a:p>
            <a:r>
              <a:t>Av. Camino Real 390, piso 12 · 120 m2 · US$ 3,200 · En const.</a:t>
            </a:r>
          </a:p>
        </p:txBody>
      </p:sp>
      <p:pic>
        <p:nvPicPr>
          <p:cNvPr id="3" name="Picture 2" descr="coci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